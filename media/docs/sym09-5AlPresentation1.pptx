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112" y="-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1" Type="http://schemas.openxmlformats.org/officeDocument/2006/relationships/presProps" Target="presProps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26" Type="http://schemas.openxmlformats.org/officeDocument/2006/relationships/slide" Target="slides/slide25.xml"/><Relationship Id="rId30" Type="http://schemas.openxmlformats.org/officeDocument/2006/relationships/printerSettings" Target="printerSettings/printerSettings1.bin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DDCF2-4F69-3A4A-8A56-357DAF425F39}" type="datetimeFigureOut">
              <a:rPr lang="en-US" smtClean="0"/>
              <a:t>2/2/10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FA37-D343-AC4A-8848-0FD9F2A353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62200" y="-1095375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3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4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5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6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7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8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09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0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1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2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3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4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5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6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7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8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19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1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2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3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4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6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7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8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29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lide30.jpg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On-screen Show (4:3)</PresentationFormat>
  <Paragraphs>0</Paragraphs>
  <Slides>28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UMD Physics Department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Jong-Ping Hsu</dc:creator>
  <cp:lastModifiedBy>Jong-Ping Hsu</cp:lastModifiedBy>
  <cp:revision>1</cp:revision>
  <dcterms:created xsi:type="dcterms:W3CDTF">2010-02-02T15:10:36Z</dcterms:created>
  <dcterms:modified xsi:type="dcterms:W3CDTF">2010-02-02T15:37:43Z</dcterms:modified>
</cp:coreProperties>
</file>